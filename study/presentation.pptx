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18288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PHONEBOT TECHNICAL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A Multi-Transcript, Self-Consistent,
Audio-Grounded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>
                <a:solidFill>
                  <a:srgbClr val="555F6B"/>
                </a:solidFill>
                <a:latin typeface="Calibri"/>
              </a:rPr>
              <a:t>Caller-info extraction from German phone-call recordings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222B35"/>
                </a:solidFill>
                <a:latin typeface="Calibri"/>
              </a:rPr>
              <a:t>Prepared by Melih Unsal for JUPUS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F6B"/>
                </a:solidFill>
                <a:latin typeface="Calibri"/>
              </a:rPr>
              <a:t>2026-05-03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THE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What I had to extract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22B35"/>
                </a:solidFill>
                <a:latin typeface="Calibri"/>
              </a:rPr>
              <a:t>•  Input: 30 German phone-call recordings (16-bit WAV)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B35"/>
                </a:solidFill>
                <a:latin typeface="Calibri"/>
              </a:rPr>
              <a:t>•  Output per call: first name, last name, email, phone number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B35"/>
                </a:solidFill>
                <a:latin typeface="Calibri"/>
              </a:rPr>
              <a:t>•  Phone must be E.164; email lower-cased; names NFC-normalised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B35"/>
                </a:solidFill>
                <a:latin typeface="Calibri"/>
              </a:rPr>
              <a:t>•  Ground truth allows multiple acceptable spellings per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WHY IT IS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The dataset is acoustically and linguistically diverse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Callers from 11 language traditions: German, French, Italian, Spanish, Brazilian, Swedish, Japanese, Polish, English, Arabic, Irish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Diacritics are mandatory (Garcia -&gt; Garcia, Lefevre -&gt; Lefevre)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Spelled-out emails: Punkt, Bindestrich, Unterstrich, at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Long digit sequences with stutters (e.g. ...12313)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German STT systems have no incentive to reproduce non-German orthography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Full pipeline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ipeline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00584"/>
            <a:ext cx="6922008" cy="6504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6152" y="64648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Solid arrows = unconditional flow.   Dashed arrows = lazy paths (Whisper, targeted re-listen).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LAYER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Two STT models in parallel = uncorrelated errors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Voxtral-Mini-3B-2507 (local, bf16): strong on letters, no timestamps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ElevenLabs Scribe v2 (API): word timestamps + keyterms biasing (Punkt, Bindestrich, gmail.com, ...)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Errors correlate within one model, uncorrelate across models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Whisper-large-v3-turbo generates the timestamps lazily (Layer 1c)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6400800"/>
            <a:ext cx="5861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F6B"/>
                </a:solidFill>
                <a:latin typeface="Calibri"/>
              </a:rPr>
              <a:t>Benchmark Link: </a:t>
            </a:r>
            <a:r>
              <a:rPr sz="1100" i="1">
                <a:solidFill>
                  <a:srgbClr val="0B3D91"/>
                </a:solidFill>
                <a:latin typeface="Calibri"/>
              </a:rPr>
              <a:t>https://huggingface.co/spaces/hf-audio/open_asr_leaderboard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LAYER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Country detection drives orthography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Single LLM call decides the caller's linguistic-origin country once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Signals (priority order): email TLD/domain, name pattern, phone code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Hard rule: USA is forbidden as a default for ambiguous names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Output is a single country string used by every later layer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Removes a class of failure where 5 LLM votes pick 3 different countries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LAYER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Candidate-1: self-consistent transcript-LLM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For each transcript, run gpt-5.4-mini at temperature 0.7, five times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Per-key majority vote -&gt; one candidate per transcript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Prompt embeds country-specific orthography, name&lt;-&gt;email rules, phone prefix rules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Self-consistency averages out single-shot LLM noise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Number of candidate-1s = number of STT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LAYER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Candidate-2: SpeechLM directly on the audio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Voxtral consumes the WAV plus a single text instruction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Three runs at temperature 0.01 (near-greedy), majority-voted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Strong on literal letters and digits the caller spoke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Weak on diacritics and country-aware orthography (audio carries no orthographic signal)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Different error profile from candidate-1 - this is the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LAYER 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Targeted re-listen: rewind the parts you are unsure about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Gate: opens only if whole-record candidates disagree on email or phone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Word timestamps come from Scribe or from Whisper (Layer 1c)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Segment detection looks for Punkt/Bindestrich/at + domain hints, or digit-words and 'plus'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Crop the audio to the detected window plus 3 seconds context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Re-prompt the SpeechLM with a single-field prompt, three times, majority-voted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Most records skip the layer entirely - it is selective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LAYER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Reconciler + 4 deterministic safety nets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2B35"/>
                </a:solidFill>
                <a:latin typeface="Calibri"/>
              </a:rPr>
              <a:t>•  LLM reconciler (gpt-5.4-mini, T=0) sees: transcripts, country, every candidate-1, candidate-2, targeted re-listen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B35"/>
                </a:solidFill>
                <a:latin typeface="Calibri"/>
              </a:rPr>
              <a:t>•  Net 1 - drop targeted email/phone if it is structurally invalid (no @, won't parse)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B35"/>
                </a:solidFill>
                <a:latin typeface="Calibri"/>
              </a:rPr>
              <a:t>•  Net 2 - if every whole-record candidate agrees, that value wins regardless of the LLM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B35"/>
                </a:solidFill>
                <a:latin typeface="Calibri"/>
              </a:rPr>
              <a:t>•  Net 3 - strict majority overrides the LLM (e.g. 2 of 3 candidates agree on the right phone)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B35"/>
                </a:solidFill>
                <a:latin typeface="Calibri"/>
              </a:rPr>
              <a:t>•  Net 4 - email &lt;-&gt; name alignment using ASCII-folded edit distance (fixes Lefevre/Lefebvre/Le Fevre)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B35"/>
                </a:solidFill>
                <a:latin typeface="Calibri"/>
              </a:rPr>
              <a:t>•  Each net catches a class of obvious cases the LLM might miss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LAYER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Schema validation and normalisation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Pydantic CallerInfo model is the single normalisation point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Names: NFC normalised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Emails: lower-cased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Phone numbers: parsed by phonenumbers, re-emitted in E.164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Same validators.py used by the evaluator -&gt; formatting can never lose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phonebot CLI: one entry point, every config knob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phonebot run                  - batch over data/recordings/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phonebot extract &lt;wav&gt;        - one recording -&gt; JSON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phonebot evaluate &lt;report&gt;    - re-evaluate against ground truth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phonebot ablate &lt;flags&gt;       - ablation run, every config knob exposed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B35"/>
                </a:solidFill>
                <a:latin typeface="Calibri"/>
              </a:rPr>
              <a:t>•  phonebot doctor               - GPU / API / Langfuse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22B35"/>
                </a:solidFill>
                <a:latin typeface="Consolas"/>
              </a:rPr>
              <a:t>phonebot ablate \
    --transcription elevenlabs:scribe_v2 \
    --instruct "" --timestamp "" \
    --no-targeted --no-auto-resume \
    --tag scribe_only_no_audiollm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Headline accuracy across configurations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914400"/>
                <a:gridCol w="914400"/>
                <a:gridCol w="4206240"/>
              </a:tblGrid>
              <a:tr h="5257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n runs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Best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B35"/>
                          </a:solidFill>
                          <a:latin typeface="Calibri"/>
                        </a:rPr>
                        <a:t>Voxtral + Scribe  |  full pipeline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B3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B35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B35"/>
                          </a:solidFill>
                          <a:latin typeface="Calibri"/>
                        </a:rPr>
                        <a:t>headline (Voxtral + Scribe + audio LLM + targeted)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Voxtral  |  +targeted, no Whisper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no Whisper Layer 1c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Voxtral  |  +targeted, +Whisper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full single-STT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Voxtral  |  no targeted (NEW)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isolates targeted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Scribe  |  no audio LLM, no targeted (NEW)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transcript-only baseline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Scribe  |  +targeted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Scribe full stack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Scribe  |  no targeted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5"/>
                          </a:solidFill>
                          <a:latin typeface="Calibri"/>
                        </a:rPr>
                        <a:t>Scribe minus re-listen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C62828"/>
                </a:solidFill>
                <a:latin typeface="Calibri"/>
              </a:rPr>
              <a:t>Best run = 29 / 30 (dual STT + audio LLM + targeted + Whisper)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Full-record matches per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ull_match_by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463040"/>
            <a:ext cx="9784080" cy="58897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Per-key accuracy: most errors live in last name + email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r_key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463040"/>
            <a:ext cx="9784080" cy="53259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Per-stage wall-clock latency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iming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48847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F6B"/>
                </a:solidFill>
                <a:latin typeface="Calibri"/>
              </a:rPr>
              <a:t>Targeted re-listen is conditional - on most records the layer returns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Agreement drives re-listen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gree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760720" cy="3193294"/>
          </a:xfrm>
          <a:prstGeom prst="rect">
            <a:avLst/>
          </a:prstGeom>
        </p:spPr>
      </p:pic>
      <p:pic>
        <p:nvPicPr>
          <p:cNvPr id="7" name="Picture 6" descr="targeted_mod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54480"/>
            <a:ext cx="5760720" cy="31932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5F6B"/>
                </a:solidFill>
                <a:latin typeface="Calibri"/>
              </a:rPr>
              <a:t>Most records are unanimous on email and phone -&gt; the targeted re-listen is skipped on the majority of the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ABLATION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What each component is actually buying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STT choice: dual-STT peaks at 29/30; single-Voxtral peaks at 28; single-Scribe plateaus at 26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SpeechLM (audio LLM): not strictly additive on its own - only pays off when the targeted re-listen is enabled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Targeted re-listen: clearest gain on Voxtral-only (26 -&gt; 28); partly redundant once strict-majority kicks in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Whisper timestamper: needed by Voxtral path; modest cost; small effect once candidates already agree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B35"/>
                </a:solidFill>
                <a:latin typeface="Calibri"/>
              </a:rPr>
              <a:t>•  Bottom line: the gain over a transcript-only baseline (26 -&gt; 29) comes from THREE things working together, not one 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EXTENSIBILITY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Adding a new entity is three small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F6B"/>
                </a:solidFill>
                <a:latin typeface="Calibri"/>
              </a:rPr>
              <a:t>Every layer is driven by one list:  KEYS = [...]  in src/config.py.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222B35"/>
                </a:solidFill>
                <a:latin typeface="Calibri"/>
              </a:rPr>
              <a:t>To add company_name (or address, appointment_date, case_topic, ...):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2B35"/>
                </a:solidFill>
                <a:latin typeface="Calibri"/>
              </a:rPr>
              <a:t>•  src/config.py: append the key to KEYS and add a &lt;KEY&gt;_RULES string describing how to extract it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B35"/>
                </a:solidFill>
                <a:latin typeface="Calibri"/>
              </a:rPr>
              <a:t>•  src/prompts.py: splice the new rule into EXTRACT_SYSTEM (and any other prompt that should know about it)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B35"/>
                </a:solidFill>
                <a:latin typeface="Calibri"/>
              </a:rPr>
              <a:t>•  src/schema.py: add the field to the CallerInfo Pydantic model (with an optional normaliser)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222B35"/>
                </a:solidFill>
                <a:latin typeface="Calibri"/>
              </a:rPr>
              <a:t>Everything else picks it up automatically: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Layer 3 majority_vote already iterates KEYS  -&gt;  self-consistency for free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Reconciler safety nets (Net 2 unanimous, Net 3 strict-majority) operate on every key in KEYS  -&gt;  no code change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Schema validator + evaluator share validators.py  -&gt;  prediction and ground truth normalised the same way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Langfuse traces auto-include the new field in every layer's output 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Where this goes next, in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Real-time streaming: extract fields incrementally as the caller speaks, not after the call ends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TTS-driven clarification: when confidence is low, ask the caller ("M-U-E-L-L-E-R or M-U with umlaut?") instead of guessing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Adaptive memory + dynamic keyterms: confirmed tokens get stored and biased into the next turn's prompts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Multilingual: swap the language code; localise the spelling-marker word lists (Punkt -&gt; piste / prik / ...)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Concurrent users (20+): vLLM continuous batching for the SpeechLM, ElevenLabs pool with per-tenant rate limiting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Smaller, faster models: Voxtral-Mini -&gt; smaller SpeechLM, gpt-5.4-mini -&gt; open model on vLLM, Whisper -&gt; distil-whisper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B35"/>
                </a:solidFill>
                <a:latin typeface="Calibri"/>
              </a:rPr>
              <a:t>•  Long conversations: 30-60s chunked windows + incremental extraction; targeted re-listen already shows the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Calibri"/>
              </a:rPr>
              <a:t>ERROR ANALYSIS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22B35"/>
                </a:solidFill>
                <a:latin typeface="Calibri"/>
              </a:rPr>
              <a:t>The one residual error 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2286000" cy="25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2B35"/>
                </a:solidFill>
                <a:latin typeface="Calibri"/>
              </a:rPr>
              <a:t>•  call_23: emma.andersson@gmail.com - both STTs hear single 'n' (Anderson)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B35"/>
                </a:solidFill>
                <a:latin typeface="Calibri"/>
              </a:rPr>
              <a:t>•  Country detector identifies Swedish, but email piece is also 'anderson' so Net 4 cannot help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B35"/>
                </a:solidFill>
                <a:latin typeface="Calibri"/>
              </a:rPr>
              <a:t>•  Fix: Swedish surname suffix prior, or sub-second re-listen on the ambiguous consonant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B3D91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2B35"/>
                </a:solidFill>
                <a:latin typeface="Calibri"/>
              </a:rPr>
              <a:t>•  Best run reaches 29/30 full-record matches (96.7%)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B35"/>
                </a:solidFill>
                <a:latin typeface="Calibri"/>
              </a:rPr>
              <a:t>•  Per-key accuracy: 100% phone, 100% first name, 96.7% email + last name on the best run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B35"/>
                </a:solidFill>
                <a:latin typeface="Calibri"/>
              </a:rPr>
              <a:t>•  Code, paper, ablation tooling, and reports all reproducible from the study/ folder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B"/>
                </a:solidFill>
                <a:latin typeface="Calibri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